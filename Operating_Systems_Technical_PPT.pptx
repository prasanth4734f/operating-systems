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F3F7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274320"/>
            <a:ext cx="2377440" cy="23774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F3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Operating Systems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Resource Management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OS Types  •  Resource Management Structure  •  Process Creation via System Calls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6035040" cy="18745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3464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Prasanth Kumar Reddy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4910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REGD. NO.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4910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192325053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529437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34640" y="52943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CSA0401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1560" y="56784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4640" y="56784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Ruby Elizabeth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look at multi-user, resource-shared Operating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2267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Operating Systems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6151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OS suited to multi-user, shared-resource environments, with justification.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5935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Operating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9410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showing how CPU, memory, and I/O are managed.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9194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for Process Creation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5266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of system calls used to create and execute a new process.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Environment: Multiple Users, Shared Resources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Operating System must safely and efficiently allow many users and processes to compete for and share a limited pool of physical resources.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383280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across processes using time-slicing and priority so every user gets fair, responsive execution.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0" y="2423160"/>
            <a:ext cx="3383280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2697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891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840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and protected per process, with paging/segmentation to isolate users safely.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2423160"/>
            <a:ext cx="3383280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26974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46720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Devices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3840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and arbitrated through device drivers so concurrent requests don't conflict.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CLASSIFICATION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Operating Systems for This Scenario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20440" cy="2286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532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 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13232" y="29900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switches the CPU among multiple interactive users, giving each the illusion of a dedicated system.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2286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2532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 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29900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several jobs in memory at once so the CPU is never idle while one job waits on I/O.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2286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9659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85632" y="2532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 OS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485632" y="29900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two or more CPUs/cores in one system to execute processes in parallel and improve throughput.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4160520"/>
            <a:ext cx="3520440" cy="2286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76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633472" y="5001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633472" y="54589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resources across machines linked by a network, letting users share files, printers, and services.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3520440" cy="22860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537960" y="4434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19672" y="5001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19672" y="545896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 collection of independent computers as a single coherent system with transparent resource sharing.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CLASSIFICATION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Types Fit a Shared-Resource System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20624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Suited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interactive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context switching gives fair CPU access and quick response times to every logged-in user.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Multiprogramming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CPU utilization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Overlaps CPU and I/O activity across jobs, so the processor is rarely idle while resources are shared.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High-throughput, parallel workloads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cores let independent processes truly run simultaneously, not just interleaved.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/ Distributed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across connected machines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resource sharing (files, devices, compute) beyond one machine to an entire network.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Structure of the Operating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design isolates hardware from users, placing resource-management logic in the kernel where it can safely arbitrate shared CPU, memory, and I/O access.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2331720"/>
            <a:ext cx="8686800" cy="868680"/>
          </a:xfrm>
          <a:prstGeom prst="rect">
            <a:avLst/>
          </a:prstGeom>
          <a:solidFill>
            <a:srgbClr val="F3F7F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23317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3310128"/>
            <a:ext cx="8686800" cy="868680"/>
          </a:xfrm>
          <a:prstGeom prst="rect">
            <a:avLst/>
          </a:prstGeom>
          <a:solidFill>
            <a:srgbClr val="D7E7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3310128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System Utilities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37360" y="4288536"/>
            <a:ext cx="8686800" cy="86868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4288536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— Process, Memory, I/O &amp; File Management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37360" y="5266944"/>
            <a:ext cx="8686800" cy="868680"/>
          </a:xfrm>
          <a:prstGeom prst="rect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5266944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CPU, Memory, I/O Devices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Kernel Manages Shared Resources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87752" cy="41148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7" name="Shape 5"/>
          <p:cNvSpPr/>
          <p:nvPr/>
        </p:nvSpPr>
        <p:spPr>
          <a:xfrm>
            <a:off x="1476756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47675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CPU Manager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processes, performs context switches, and enforces fair CPU time-sharing among users.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1874520"/>
            <a:ext cx="2587752" cy="41148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3108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293108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0712" y="2834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0712" y="352044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and protects address spaces; uses paging/segmentation and virtual memory for isolation.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9904" y="1874520"/>
            <a:ext cx="2587752" cy="41148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0946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1094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27064" y="2834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Manager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27064" y="352044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device drivers and buffers/spools requests so concurrent I/O calls don't collide.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06256" y="1874520"/>
            <a:ext cx="2587752" cy="411480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925812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992581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43416" y="2834640"/>
            <a:ext cx="2313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43416" y="3520440"/>
            <a:ext cx="23134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the file system, access permissions, and directory structure shared across users.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SYSTEM CALLS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Executing a New Process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process needs another to run, the OS exposes this through a defined sequence of system calls — the same primitives used across Unix-like multi-user systems.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587752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517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child process — an exact copy of the calling (parent) process.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2468880"/>
            <a:ext cx="2587752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26517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6432" y="324612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child's memory image with a new program to be run.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2468880"/>
            <a:ext cx="2587752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227064" y="26517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72784" y="324612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suspends until the child process finishes execution.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06256" y="2468880"/>
            <a:ext cx="2587752" cy="32918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265176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exit()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89136" y="3246120"/>
            <a:ext cx="2221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terminates and returns its status to the parent / OS.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SYSTEM CALLS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Call Sequence for Process Creation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4440" y="1673352"/>
            <a:ext cx="10469880" cy="548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7335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User/parent process issues fork() to create a child process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" y="2240280"/>
            <a:ext cx="0" cy="740664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24780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78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34440" y="2459736"/>
            <a:ext cx="10469880" cy="548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459736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allocates a Process Control Block (PCB) and duplicates the parent's address space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" y="3026664"/>
            <a:ext cx="0" cy="740664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4440" y="3246120"/>
            <a:ext cx="10469880" cy="548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32461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process calls exec() to load and run the target program image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0100" y="3813048"/>
            <a:ext cx="0" cy="740664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40507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34440" y="4032504"/>
            <a:ext cx="10469880" cy="548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4032504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allocates CPU time, memory, and I/O resources to the new process (scheduling)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" y="4599432"/>
            <a:ext cx="0" cy="740664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48640" y="48371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37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34440" y="4818888"/>
            <a:ext cx="10469880" cy="548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1417320" y="481888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calls wait() and blocks until the child completes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0100" y="5385816"/>
            <a:ext cx="0" cy="740664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234440" y="5605272"/>
            <a:ext cx="10469880" cy="5486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1417320" y="560527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finishes and calls exit(); OS reclaims its resources and returns status to the parent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SYSTEM CALLS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System Calls at a Glance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206240"/>
        </p:xfrm>
        <a:graphic>
          <a:graphicData uri="http://schemas.openxmlformats.org/drawingml/2006/table">
            <a:tbl>
              <a:tblPr/>
              <a:tblGrid>
                <a:gridCol w="2103120"/>
                <a:gridCol w="4297680"/>
                <a:gridCol w="4846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Interaction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child process from the parent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Allocates a new PCB, memory space, and process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and run a new program in the child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Replaces memory image; loads program into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waits for child 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Suspends parent's CPU usage until child signals 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exit()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Terminate process and return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Releases memory, closes I/O handles, frees the PCB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783080"/>
            <a:ext cx="11247120" cy="12344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9110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191109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Time-sharing, multiprogramming, multiprocessing, network, and distributed OS types together support many users sharing one system's resources.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1247120" cy="12344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5661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337413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337413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kernel design places process, memory, I/O, and file managers at the core to arbitrate resource access safely.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11247120" cy="123444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50292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483717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483717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fork(), exec(), wait(), and exit() form the standard sequence used to create and run a new process.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 |  CSA0401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Prasanth Kumar Reddy   •   Regd. No. 192325053   •   CSA0401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J. Ruby Elizabeth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2026-07-21T03:56:07Z</dcterms:created>
  <dcterms:modified xsi:type="dcterms:W3CDTF">2026-07-21T03:56:07Z</dcterms:modified>
</cp:coreProperties>
</file>